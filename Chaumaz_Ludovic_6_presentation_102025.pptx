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E8E35-F60A-4488-AAF8-000CBC3CB0C8}" type="datetimeFigureOut">
              <a:rPr lang="fr-FR" smtClean="0"/>
              <a:t>04/12/2025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783CC3-1BAA-4AC1-AB79-BF51256CCD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4649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A8AEA9-4A83-4514-8314-CAAC6BB424E7}" type="datetime1">
              <a:rPr lang="fr-FR" smtClean="0"/>
              <a:t>04/12/2025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5588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6E619-AA96-4370-814B-B7263EDE5BEE}" type="datetime1">
              <a:rPr lang="fr-FR" smtClean="0"/>
              <a:t>04/12/2025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793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07AFFE8-C243-437F-ACCD-2DE4DA4F5631}" type="datetime1">
              <a:rPr lang="fr-FR" smtClean="0"/>
              <a:t>04/12/2025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494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56D03-5254-4E0A-91BD-3F14E781E4E2}" type="datetime1">
              <a:rPr lang="fr-FR" smtClean="0"/>
              <a:t>04/12/2025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574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93EB4-4823-4B53-B0B9-58F9E25A8EE9}" type="datetime1">
              <a:rPr lang="fr-FR" smtClean="0"/>
              <a:t>04/12/2025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9857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58721-5E39-4BBC-9BF8-C6E60922CA88}" type="datetime1">
              <a:rPr lang="fr-FR" smtClean="0"/>
              <a:t>04/12/2025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374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F4260-FCD6-49A1-B353-AD20383AEFA7}" type="datetime1">
              <a:rPr lang="fr-FR" smtClean="0"/>
              <a:t>04/12/2025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52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8C70CC8-C2E2-4F25-AD41-5746C43C3AF6}" type="datetime1">
              <a:rPr lang="fr-FR" smtClean="0"/>
              <a:t>04/12/2025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236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480EA-1F7B-4118-88E7-7DD22ACFAD7A}" type="datetime1">
              <a:rPr lang="fr-FR" smtClean="0"/>
              <a:t>04/12/2025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6866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8F633-EE6D-44A7-9E75-72C2FD5B7BAB}" type="datetime1">
              <a:rPr lang="fr-FR" smtClean="0"/>
              <a:t>04/12/2025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539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1404B51-B437-4C22-9E27-0FFAA42698D9}" type="datetime1">
              <a:rPr lang="fr-FR" smtClean="0"/>
              <a:t>04/12/2025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12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366350D-C3F6-47FE-AE80-E681493CF550}" type="datetime1">
              <a:rPr lang="fr-FR" smtClean="0"/>
              <a:t>04/12/2025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36110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6624B-F141-AD9D-8609-795230AD9E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725271"/>
            <a:ext cx="10993549" cy="1475013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élaboration et implémentation d’un modèle de </a:t>
            </a:r>
            <a:r>
              <a:rPr lang="fr-FR" dirty="0" err="1"/>
              <a:t>scoring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BA777-6EBF-5E0B-513D-01F1D4C401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Construction, déploiement et suivi du modèle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3400DB6-1961-0F55-35D1-42C6C69E06F6}"/>
              </a:ext>
            </a:extLst>
          </p:cNvPr>
          <p:cNvSpPr txBox="1"/>
          <p:nvPr/>
        </p:nvSpPr>
        <p:spPr>
          <a:xfrm>
            <a:off x="465781" y="6010922"/>
            <a:ext cx="2099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Ludovic CHAUMAZ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1F2A245-FEEB-150B-0319-DC15C3C46EE5}"/>
              </a:ext>
            </a:extLst>
          </p:cNvPr>
          <p:cNvSpPr txBox="1"/>
          <p:nvPr/>
        </p:nvSpPr>
        <p:spPr>
          <a:xfrm>
            <a:off x="10720816" y="601092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05/12/25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6B620C-F34A-E474-C710-67256037C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587" y="3085766"/>
            <a:ext cx="7287642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351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CC72B1-5F1A-5054-5F23-B2DBA6146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44733-89F6-1961-4522-6A14ADC9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  <a:p>
            <a:r>
              <a:rPr lang="fr-FR" dirty="0"/>
              <a:t>Analyse exploratoire</a:t>
            </a:r>
          </a:p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  <a:p>
            <a:r>
              <a:rPr lang="fr-FR" dirty="0"/>
              <a:t>Construction du modèle</a:t>
            </a:r>
          </a:p>
          <a:p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r>
              <a:rPr lang="fr-FR" dirty="0"/>
              <a:t>Déploiement du modèle</a:t>
            </a:r>
          </a:p>
          <a:p>
            <a:r>
              <a:rPr lang="fr-FR" dirty="0"/>
              <a:t>Analyse du data drift</a:t>
            </a:r>
          </a:p>
          <a:p>
            <a:r>
              <a:rPr lang="fr-FR" dirty="0"/>
              <a:t>Exemple de </a:t>
            </a:r>
            <a:r>
              <a:rPr lang="fr-FR" dirty="0" err="1"/>
              <a:t>scoring</a:t>
            </a:r>
            <a:r>
              <a:rPr lang="fr-FR" dirty="0"/>
              <a:t> client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0BAF506-3142-7AC5-2D26-45C1ADEE7F0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Introduction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FD4DB94-7F45-D450-69B7-58A2EA20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016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CB5B-12CC-4789-B1BD-F38854B9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1E3FA1-6AF0-DE06-EE84-99ABC223E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F80AD4C-7B3D-107E-802D-66D6F35695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5623" y="1865868"/>
            <a:ext cx="6920753" cy="445539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C61E0B8-7959-A697-8AC2-DA14F556ABC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>
                <a:sym typeface="Wingdings" panose="05000000000000000000" pitchFamily="2" charset="2"/>
              </a:rPr>
              <a:t>Description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57E086-A466-A5F3-302D-978396750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3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3E78552-9344-6C8D-AAA7-741E6C36959C}"/>
              </a:ext>
            </a:extLst>
          </p:cNvPr>
          <p:cNvSpPr txBox="1"/>
          <p:nvPr/>
        </p:nvSpPr>
        <p:spPr>
          <a:xfrm>
            <a:off x="6929717" y="1883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122 colonnes</a:t>
            </a:r>
          </a:p>
          <a:p>
            <a:r>
              <a:rPr lang="fr-FR" sz="1600" dirty="0"/>
              <a:t>307510 lignes</a:t>
            </a:r>
          </a:p>
        </p:txBody>
      </p:sp>
    </p:spTree>
    <p:extLst>
      <p:ext uri="{BB962C8B-B14F-4D97-AF65-F5344CB8AC3E}">
        <p14:creationId xmlns:p14="http://schemas.microsoft.com/office/powerpoint/2010/main" val="218941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9C009-CBE0-3516-F6DF-F137D169D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2D49FC-6A2D-AD12-B880-82DB8CC57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distribution de la </a:t>
            </a:r>
            <a:r>
              <a:rPr lang="fr-FR" dirty="0" err="1"/>
              <a:t>target</a:t>
            </a:r>
            <a:endParaRPr lang="fr-FR" dirty="0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52B4D3C0-31E9-F469-EDD4-8226876B09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t="5810"/>
          <a:stretch>
            <a:fillRect/>
          </a:stretch>
        </p:blipFill>
        <p:spPr>
          <a:xfrm>
            <a:off x="772420" y="2438400"/>
            <a:ext cx="5040109" cy="342265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4A06BF8-FC75-6B35-6B1D-B8B6F1C53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75F8FEA-282F-1A3F-29CE-B350BB3FEC1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" name="Espace réservé du contenu 13">
            <a:extLst>
              <a:ext uri="{FF2B5EF4-FFF2-40B4-BE49-F238E27FC236}">
                <a16:creationId xmlns:a16="http://schemas.microsoft.com/office/drawing/2014/main" id="{40FA2246-B0C2-F843-2042-79809336B30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t="5810"/>
          <a:stretch>
            <a:fillRect/>
          </a:stretch>
        </p:blipFill>
        <p:spPr>
          <a:xfrm>
            <a:off x="7172456" y="2438400"/>
            <a:ext cx="3454138" cy="342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945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18A79-8DA4-D2DB-2AE2-271D779E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E2080C-C201-65F0-E897-D9E785148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9601C9E-B935-E752-F16D-85AB76944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5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68D3327-2AEB-FB34-732B-BEE3EE63F9DE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2ABCA3A4-1C30-0400-21C7-B13B5BF46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20419" y="2227263"/>
            <a:ext cx="4744111" cy="3633787"/>
          </a:xfrm>
          <a:prstGeom prst="rect">
            <a:avLst/>
          </a:prstGeom>
        </p:spPr>
      </p:pic>
      <p:pic>
        <p:nvPicPr>
          <p:cNvPr id="13" name="Espace réservé du contenu 12">
            <a:extLst>
              <a:ext uri="{FF2B5EF4-FFF2-40B4-BE49-F238E27FC236}">
                <a16:creationId xmlns:a16="http://schemas.microsoft.com/office/drawing/2014/main" id="{B513AB1D-7AA6-FEBE-50A4-75C7B8B1E21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24984" y="2227263"/>
            <a:ext cx="3949082" cy="363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704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5347C-8774-5C04-3CB9-B9AE0414C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4B2CD5-D137-F2A4-C1AC-54F39D71D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48AB3053-197B-705F-F5DC-B827417EB9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34364" y="2181225"/>
            <a:ext cx="4323272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E613291-DE73-E080-A6DA-7CD14C8F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6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8C6E7DF-BEC0-9789-644C-C162B1B16AA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686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E0983-A513-BFDA-7862-61F4D1A19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ED2A5B-4F56-FBED-3E33-FDFF4944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4BEB621-DA35-C975-9475-A830FA883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39C60A-3630-067C-E18F-04719E70D63A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engineering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9D1F67B-BB8F-BD68-E97F-DB77F10D7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Variables numériques : groupement par compte, moyenne, maximum, minimum et somme.</a:t>
            </a:r>
          </a:p>
          <a:p>
            <a:r>
              <a:rPr lang="fr-FR" dirty="0"/>
              <a:t>Variables catégorielles : encodage (</a:t>
            </a:r>
            <a:r>
              <a:rPr lang="fr-FR" dirty="0" err="1"/>
              <a:t>LabelEncoder</a:t>
            </a:r>
            <a:r>
              <a:rPr lang="fr-FR" dirty="0"/>
              <a:t> / </a:t>
            </a:r>
            <a:r>
              <a:rPr lang="fr-FR" dirty="0" err="1"/>
              <a:t>OneHotEncoder</a:t>
            </a:r>
            <a:r>
              <a:rPr lang="fr-FR" dirty="0"/>
              <a:t>) puis compte et calcul de fréquence.</a:t>
            </a:r>
          </a:p>
          <a:p>
            <a:r>
              <a:rPr lang="fr-FR" dirty="0"/>
              <a:t>Sélection en fonction du taux de valeurs manquantes et de la corrélation avec d’autres variables.</a:t>
            </a:r>
          </a:p>
        </p:txBody>
      </p:sp>
    </p:spTree>
    <p:extLst>
      <p:ext uri="{BB962C8B-B14F-4D97-AF65-F5344CB8AC3E}">
        <p14:creationId xmlns:p14="http://schemas.microsoft.com/office/powerpoint/2010/main" val="1670688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B6C38-6531-D61A-5736-2ADADB6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755B7C-F4A5-4A73-D648-AB1D40680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1B234B-E533-2CC1-BC5A-3ED586BF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94D607-926F-7EE6-1825-83E549A8BFCD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180FDD0-A3C6-4F3A-777D-5073C247E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6197793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430</TotalTime>
  <Words>261</Words>
  <Application>Microsoft Office PowerPoint</Application>
  <PresentationFormat>Grand écran</PresentationFormat>
  <Paragraphs>38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Calibri</vt:lpstr>
      <vt:lpstr>Gill Sans MT</vt:lpstr>
      <vt:lpstr>Wingdings</vt:lpstr>
      <vt:lpstr>Wingdings 2</vt:lpstr>
      <vt:lpstr>Dividende</vt:lpstr>
      <vt:lpstr>élaboration et implémentation d’un modèle de scoring</vt:lpstr>
      <vt:lpstr>INTRODUCTION</vt:lpstr>
      <vt:lpstr>Présentation du jeu de données</vt:lpstr>
      <vt:lpstr>Analyse exploratoire : distribution de la target</vt:lpstr>
      <vt:lpstr>Analyse exploratoire : Corrélations évidentes</vt:lpstr>
      <vt:lpstr>Analyse exploratoire : Corrélations évidentes</vt:lpstr>
      <vt:lpstr>Feature engineering</vt:lpstr>
      <vt:lpstr>Création du modèle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Ludovic Chaumaz</dc:creator>
  <cp:lastModifiedBy>Ludovic Chaumaz</cp:lastModifiedBy>
  <cp:revision>1</cp:revision>
  <dcterms:created xsi:type="dcterms:W3CDTF">2025-12-04T08:52:45Z</dcterms:created>
  <dcterms:modified xsi:type="dcterms:W3CDTF">2025-12-04T16:03:41Z</dcterms:modified>
</cp:coreProperties>
</file>